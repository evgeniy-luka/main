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F9DFC-0FD0-4C43-B962-D41F051B3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E767B7-14B2-46C2-94FF-155D63487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5F403E-8F42-4A95-8D11-A0B1EDE36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4402-64FE-4008-85A0-4CAA3772E006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89A6C-8B53-4CA6-8689-5A9E2FB85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6A4E78-1248-4A23-A702-80EA11DF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D0F5-A56E-4E31-B016-6C9F2F60A7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964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41F5E-F035-4FC1-8198-3D81DCE3C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E92F3-1390-4608-BCD8-D572D2540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5F218D-9BC4-4839-90A3-F94DF5680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4402-64FE-4008-85A0-4CAA3772E006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D764EA-6BD2-4AF1-87A3-281F3597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DC1050-CF0F-4168-9140-143367F5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D0F5-A56E-4E31-B016-6C9F2F60A7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902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BAD7E-DA14-4675-88D6-971B6FE2A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FEEC16-C45B-499A-BD67-2049F62AD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A0BA48-03D7-4610-96E6-5F82526EE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4402-64FE-4008-85A0-4CAA3772E006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83EB3F-2242-4B5E-ABCC-15CA87C7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974861-D2A9-4993-B217-F1D408184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D0F5-A56E-4E31-B016-6C9F2F60A7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607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FA0F2-0D04-497F-8919-FA8C9D35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95FC5-9A60-4E59-843D-2C62E1843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FE462C-EF62-480F-8AD9-DB03EC6DE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B16A62-A27B-4608-B7CA-C34A42419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4402-64FE-4008-85A0-4CAA3772E006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26E236-1E23-4A2E-B45F-CF0309EB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C8A7DE-DAFE-4683-A5A2-91269A83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D0F5-A56E-4E31-B016-6C9F2F60A7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859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3DDA3-FA58-4D2E-92F7-39CC95597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3BBFE3-C537-4141-960E-0A3F41D53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E7BBAE-2A29-4254-B897-5C30E6594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5AFE915-3A87-4DEF-A60A-A7F8E2A6BA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23ED5A3-3CEE-4CD3-AECB-48B36E45C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4184EA6-BBFD-454C-9A60-2B598C69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4402-64FE-4008-85A0-4CAA3772E006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42263F8-BAC3-48CA-903C-06DBB08E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07962E2-2AF0-4E84-8B9C-7848D212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D0F5-A56E-4E31-B016-6C9F2F60A7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791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3CB2-F332-4F95-92BF-4FE8226E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8A4F2AB-0303-46F9-B903-457038795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4402-64FE-4008-85A0-4CAA3772E006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E7B63A8-4619-4111-8357-6E8C639E9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92C3D5-0B92-4608-8DE4-35F0D133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D0F5-A56E-4E31-B016-6C9F2F60A7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5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186BE08-034C-4B82-B4E6-CC921E64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4402-64FE-4008-85A0-4CAA3772E006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E4E5FAF-FDC5-46CD-8E22-C5645EF3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5825B7-12BB-4450-8EB7-1FCA8BC5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D0F5-A56E-4E31-B016-6C9F2F60A7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65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5A4905-6796-4AFF-800E-5C1D0212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A289BE-C9ED-4DB6-BB3C-AAC1EDE49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2ABA8E-9F94-4AB0-8453-6878960E0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0E1D3B-968C-488F-8589-B94FFCA4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4402-64FE-4008-85A0-4CAA3772E006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5A0F67-4E05-4FB4-B0CB-C83470386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7011D7-FB80-4877-8029-90F5C422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D0F5-A56E-4E31-B016-6C9F2F60A7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211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C90D1-9FAC-4917-83C5-BA67C6B1F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71A0463-75AD-4E4D-9C98-132897A64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A7E3E67-EA60-47D2-8D95-822F33D22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B2DA6A-6351-4318-BF2D-1448D78FD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4402-64FE-4008-85A0-4CAA3772E006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8D6902-B152-4E12-A261-DFB03A20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7D489C-3EC1-4214-9C8B-E50CFED3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D0F5-A56E-4E31-B016-6C9F2F60A7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04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F8A0E-959A-44EE-A81B-EA2F49D7F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7DAE73-4DA2-4526-923A-783424D5C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E9E348-76BE-4B91-B322-40325B3FD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4402-64FE-4008-85A0-4CAA3772E006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CE5B29-B87F-4907-8FC1-FD8E23B3A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2B21F4-1728-47F3-8F1B-CD91D852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D0F5-A56E-4E31-B016-6C9F2F60A7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6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944B1A-07F0-4730-A9A4-2BD049EEC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93C222F-3D9D-482E-98BD-062761C71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4E5FB2-CE9F-4447-B654-587E876A8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4402-64FE-4008-85A0-4CAA3772E006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BF15A7-C979-4D46-BAC7-4E58DC34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31639-30EA-4EF4-9944-EAA9CEF6D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D0F5-A56E-4E31-B016-6C9F2F60A7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24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C5A9C-BA8F-44CD-8D87-171078AC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4A9D91-279F-4662-94AF-ACEFEA2CD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C28EA2-701C-4AEA-944E-6AF91CBBE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A4402-64FE-4008-85A0-4CAA3772E006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8C4957-73FE-44F3-82AE-27D432C6F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83B028-F1E0-4430-BDD0-00C3D3F33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AD0F5-A56E-4E31-B016-6C9F2F60A7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46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02DA72-9B9C-488B-B808-13F80735A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3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E27037-A001-41A3-A6B4-ABC6BB7C6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47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A389B-A244-40FD-8CC4-0D9F4983B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220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Professional</dc:creator>
  <cp:lastModifiedBy>Professional</cp:lastModifiedBy>
  <cp:revision>1</cp:revision>
  <dcterms:created xsi:type="dcterms:W3CDTF">2026-02-19T17:02:01Z</dcterms:created>
  <dcterms:modified xsi:type="dcterms:W3CDTF">2026-02-19T17:02:46Z</dcterms:modified>
</cp:coreProperties>
</file>